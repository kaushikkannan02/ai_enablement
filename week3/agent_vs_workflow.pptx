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9" r:id="rId5"/>
    <p:sldId id="261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03"/>
  </p:normalViewPr>
  <p:slideViewPr>
    <p:cSldViewPr snapToGrid="0">
      <p:cViewPr varScale="1">
        <p:scale>
          <a:sx n="95" d="100"/>
          <a:sy n="95" d="100"/>
        </p:scale>
        <p:origin x="200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2739A-EA4B-C826-B579-41A4ECAD9D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AD49FC-6A64-3DBE-A5FF-73C0A9A12D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90846-3883-2397-584A-50C74FDE1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8B42-5D4F-1E4B-8588-5AA9583F83C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ECAAB-CF52-3AEF-75AC-B01458A2E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DBE25-98B7-454C-EC49-83DCC14BC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204E9-0F31-D74D-AFD8-42CFD8526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365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AE0C8-4186-6E96-51A1-3DC5881B9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C20A1-8D45-3378-36ED-A4BC6C135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2DDA9-4576-B1A7-0FB4-1263FA6CA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8B42-5D4F-1E4B-8588-5AA9583F83C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EBDC2-6B9E-BFDF-04FD-81FC257FB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F6E74-5A81-A2E5-9797-51E80E4D1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204E9-0F31-D74D-AFD8-42CFD8526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553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15A8E-5BDA-0C61-C632-54B663D57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EC06F-C673-2B8B-0A7C-C4E9DF9E0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B250B-12DF-4868-BFF1-6D26A49DE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8B42-5D4F-1E4B-8588-5AA9583F83C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FDA6D-1F39-2378-308E-9B1577454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BA510-1AA7-6A47-D01D-3D39DECC4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204E9-0F31-D74D-AFD8-42CFD8526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411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7A6BF-150C-107E-0697-A9CEF8A69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4597F-53E8-DEC6-EA86-AEE24C05A6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4CEF64-B3F0-8ECA-5B4B-6C78366D2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1089EC-F841-0F9B-FBC2-88C903F01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8B42-5D4F-1E4B-8588-5AA9583F83C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4D70E-1A50-4467-B186-A44392543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95B31-610E-1092-6421-5083872E8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204E9-0F31-D74D-AFD8-42CFD8526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208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A22B6-0DDD-D87F-D552-4FE56E5A1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D225F-DCAD-9ABF-0533-5481517D8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4F797-56B7-E35C-B183-292CCAD385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E49EE2-46BE-0773-0E96-BAAFD5C55D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9649C9-C65D-5E17-0206-FA046E2C19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7DE48A-D17B-CF9D-0367-312B942CA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8B42-5D4F-1E4B-8588-5AA9583F83C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8F9E9F-120C-0154-902D-B91855A30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C2B626-7EDB-40B6-A2FE-660F8C409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204E9-0F31-D74D-AFD8-42CFD8526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121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64066-C419-88BB-3E94-42C105A23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525B84-4E7B-1269-5468-1B985F880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8B42-5D4F-1E4B-8588-5AA9583F83C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8726A4-869A-F2B5-7498-AA85E967F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D944A3-0A67-EE80-1CF2-6B5C98848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204E9-0F31-D74D-AFD8-42CFD8526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660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F2375D-2250-D5E7-39F1-4EF187701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8B42-5D4F-1E4B-8588-5AA9583F83C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E49C99-AC16-1E12-9A64-B0A12C6BB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618C2-C26A-AC04-EB7A-78E61B01A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204E9-0F31-D74D-AFD8-42CFD8526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602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AF777-4591-B8F1-6F98-458486F16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C4818-EB26-37CB-22A8-4B98F231D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E93F84-9C98-DD83-0BD4-C913B8140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D336C-3F3C-C5E2-D53A-81CB82B4C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8B42-5D4F-1E4B-8588-5AA9583F83C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3B17B-D8A5-98CC-A7A2-B7EE498F3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A2925-78E5-A021-F182-2C92346A6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204E9-0F31-D74D-AFD8-42CFD8526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56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AF230-E6CA-98CC-5319-C8DD74CA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783F75-C706-5EAD-A63A-B109069205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4C6071-0E74-A99E-E71D-5BE2BD25E6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EFDB8E-7B51-BD19-06C6-6BC2A1A8F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8B42-5D4F-1E4B-8588-5AA9583F83C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35EB8-39B6-0529-923D-A16D8FB0F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156ED0-0965-EB7C-74DA-51258B10B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204E9-0F31-D74D-AFD8-42CFD8526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38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EF4CA-9E8D-06D7-EABF-ED0C4B770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07D1FD-9FF5-926B-FAF1-31A3C4FB80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0A21C-A0A3-E821-A80C-A2620D305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8B42-5D4F-1E4B-8588-5AA9583F83C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16F1D-A2E3-2875-D2F7-9132A4856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DBC87-F3D2-CDAB-E0FD-ADC064E51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204E9-0F31-D74D-AFD8-42CFD8526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654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BC433B-401D-4511-7F3B-0AC83B392C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E8E5E3-28D2-6BC2-8473-05A53D69E6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75278-BF41-16DA-95E6-03DA9D18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8B42-5D4F-1E4B-8588-5AA9583F83C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61E02-14B5-9A53-67F8-6F3C1255D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52E72-D526-BB20-9D3C-C200D185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204E9-0F31-D74D-AFD8-42CFD8526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110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F31F1D-B55B-B221-5634-9BCABCAD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2D01E-6894-F4F9-9222-44507F717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FCAE5-8D09-F266-333C-F0A4F2436C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468B42-5D4F-1E4B-8588-5AA9583F83C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C464B-0FCD-AC50-03FC-C0C9054AE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DA8A0-0568-810D-F2C2-2E197E208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E204E9-0F31-D74D-AFD8-42CFD8526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3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E3B84-A8F9-0855-FBFB-FED38D60F3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Workflow vs Agent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7B8583-B15B-A552-2842-8C5DD932FD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Example: Leave Management portal</a:t>
            </a:r>
          </a:p>
        </p:txBody>
      </p:sp>
    </p:spTree>
    <p:extLst>
      <p:ext uri="{BB962C8B-B14F-4D97-AF65-F5344CB8AC3E}">
        <p14:creationId xmlns:p14="http://schemas.microsoft.com/office/powerpoint/2010/main" val="2484421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55CDA-E465-3E50-D513-655F8AEAB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workflow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CB4C3-87A8-362F-86E8-817BCCE4D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1: employee submits a request (mentioning type of leave and dates)</a:t>
            </a:r>
          </a:p>
          <a:p>
            <a:r>
              <a:rPr lang="en-US" dirty="0"/>
              <a:t>Step 2: checks for </a:t>
            </a:r>
            <a:r>
              <a:rPr lang="en-US" dirty="0" err="1"/>
              <a:t>availibility</a:t>
            </a:r>
            <a:r>
              <a:rPr lang="en-US" dirty="0"/>
              <a:t> of leaves and checks who their manager is (database check involved)</a:t>
            </a:r>
          </a:p>
          <a:p>
            <a:r>
              <a:rPr lang="en-US" dirty="0"/>
              <a:t>Step 3: Mail sent to manager (tool used– Gmail/outlook etc..)</a:t>
            </a:r>
          </a:p>
          <a:p>
            <a:r>
              <a:rPr lang="en-US" dirty="0"/>
              <a:t>Step 4: Leave request made</a:t>
            </a:r>
          </a:p>
          <a:p>
            <a:r>
              <a:rPr lang="en-US" dirty="0"/>
              <a:t>Step 5: Manager accepts/declines the request</a:t>
            </a:r>
          </a:p>
          <a:p>
            <a:r>
              <a:rPr lang="en-US" dirty="0"/>
              <a:t>Step 6: Mail sent to the employee (tool used – Gmail/outlook etc..)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965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white ovals and white text&#10;&#10;AI-generated content may be incorrect.">
            <a:extLst>
              <a:ext uri="{FF2B5EF4-FFF2-40B4-BE49-F238E27FC236}">
                <a16:creationId xmlns:a16="http://schemas.microsoft.com/office/drawing/2014/main" id="{49EE0C03-16F0-B3F8-D6CC-7CA4D1231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207093"/>
            <a:ext cx="10905066" cy="444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311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67858-F966-A3BE-998E-C2F34E75F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agent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85001-BE2F-2B21-44B2-A76FDE0D7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First let us imagine the agent to be a bot</a:t>
            </a:r>
          </a:p>
          <a:p>
            <a:r>
              <a:rPr lang="en-US" dirty="0"/>
              <a:t>Employee types in a prompt requesting leave “I am availing sick leave on xx/</a:t>
            </a:r>
            <a:r>
              <a:rPr lang="en-US" dirty="0" err="1"/>
              <a:t>yy</a:t>
            </a:r>
            <a:r>
              <a:rPr lang="en-US" dirty="0"/>
              <a:t>/zzzz”</a:t>
            </a:r>
          </a:p>
          <a:p>
            <a:r>
              <a:rPr lang="en-US" dirty="0"/>
              <a:t>Agent first checks with the available leaves for the employee, then it has to identify who the manager is. So it queries the database.</a:t>
            </a:r>
          </a:p>
          <a:p>
            <a:r>
              <a:rPr lang="en-US" dirty="0"/>
              <a:t>Since it is a sick leave the agent has to auto approve and notify the manager, if not it has to notify the manager for approval.</a:t>
            </a:r>
          </a:p>
          <a:p>
            <a:r>
              <a:rPr lang="en-US" dirty="0"/>
              <a:t>After approval, sends a response mail to the employee and has to schedule out of office in calendar tool.</a:t>
            </a:r>
          </a:p>
        </p:txBody>
      </p:sp>
    </p:spTree>
    <p:extLst>
      <p:ext uri="{BB962C8B-B14F-4D97-AF65-F5344CB8AC3E}">
        <p14:creationId xmlns:p14="http://schemas.microsoft.com/office/powerpoint/2010/main" val="2082860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process&#10;&#10;AI-generated content may be incorrect.">
            <a:extLst>
              <a:ext uri="{FF2B5EF4-FFF2-40B4-BE49-F238E27FC236}">
                <a16:creationId xmlns:a16="http://schemas.microsoft.com/office/drawing/2014/main" id="{E1DB5B64-D95F-D715-2CFA-EC737EFC7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184" y="643466"/>
            <a:ext cx="700763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640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0DE81-A828-A7FB-A17F-14445E543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go for workflows and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6DAC5-BAC7-1B11-31D0-724B7657D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process is static, standardized and has to follow a series of steps in order to complete the function accordingly</a:t>
            </a:r>
          </a:p>
          <a:p>
            <a:r>
              <a:rPr lang="en-US" dirty="0"/>
              <a:t>Works for processes that are mundane, typical, which doesn’t involve much decision making</a:t>
            </a:r>
          </a:p>
          <a:p>
            <a:pPr marL="0" indent="0">
              <a:buNone/>
            </a:pPr>
            <a:r>
              <a:rPr lang="en-US" dirty="0"/>
              <a:t>Vs agents:</a:t>
            </a:r>
          </a:p>
          <a:p>
            <a:r>
              <a:rPr lang="en-US" dirty="0"/>
              <a:t>The process is dynamic, not following a series of steps, decision driven. AI agent hence makes the decision when are where to use appropriate tools and completes the task.</a:t>
            </a:r>
          </a:p>
        </p:txBody>
      </p:sp>
    </p:spTree>
    <p:extLst>
      <p:ext uri="{BB962C8B-B14F-4D97-AF65-F5344CB8AC3E}">
        <p14:creationId xmlns:p14="http://schemas.microsoft.com/office/powerpoint/2010/main" val="4176996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283</Words>
  <Application>Microsoft Macintosh PowerPoint</Application>
  <PresentationFormat>Widescreen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Workflow vs Agent</vt:lpstr>
      <vt:lpstr>How workflow works?</vt:lpstr>
      <vt:lpstr>PowerPoint Presentation</vt:lpstr>
      <vt:lpstr>How agent works?</vt:lpstr>
      <vt:lpstr>PowerPoint Presentation</vt:lpstr>
      <vt:lpstr>When to go for workflows and agents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B, Kaushik</dc:creator>
  <cp:lastModifiedBy>B, Kaushik</cp:lastModifiedBy>
  <cp:revision>1</cp:revision>
  <dcterms:created xsi:type="dcterms:W3CDTF">2026-01-17T17:49:14Z</dcterms:created>
  <dcterms:modified xsi:type="dcterms:W3CDTF">2026-01-17T19:48:17Z</dcterms:modified>
</cp:coreProperties>
</file>